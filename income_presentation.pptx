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Accuracy &amp; ROC AUC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85.3</c:v>
                </c:pt>
                <c:pt idx="1">
                  <c:v>86.5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 AUC (x100)</c:v>
                </c:pt>
              </c:strCache>
            </c:strRef>
          </c:tx>
          <c:spPr>
            <a:solidFill>
              <a:srgbClr val="D4A2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91.3</c:v>
                </c:pt>
                <c:pt idx="1">
                  <c:v>92.1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18288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Income Level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U.S. Census Data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learning study on the UCI Adult / Census Income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Random Forest  •  Education, Age &amp; Hours Worked as Key Predictors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761"/>
                </a:solidFill>
              </a:rPr>
              <a:t>Research question
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Which demographic and employment attributes are most strongly associated with earning over $50,000/year — and how well can standard classifiers predict income class from them?
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E2761"/>
                </a:solidFill>
              </a:rPr>
              <a:t>Why it matters
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</a:rPr>
              <a:t>The Adult dataset (Kohavi, 1996) is one of the most-used ML benchmarks, but later work shows it also encodes real historical bias — so strong accuracy alone isn't the full story.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23444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0" y="13441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32,561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103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(1994 U.S. Census)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292608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30358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794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attributes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61772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47274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5486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individuals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&gt;$50K/year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724912" cy="4297680"/>
          </a:xfrm>
          <a:prstGeom prst="roundRect">
            <a:avLst>
              <a:gd name="adj" fmla="val 4027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missing values ("?"). 32,561 → 30,162 records.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47288" y="1463040"/>
            <a:ext cx="2724912" cy="4297680"/>
          </a:xfrm>
          <a:prstGeom prst="roundRect">
            <a:avLst>
              <a:gd name="adj" fmla="val 4027"/>
            </a:avLst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675888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75888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423160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features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97180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5 numeric features; one-hot encode 7 categorical features.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45936" y="1463040"/>
            <a:ext cx="2724912" cy="4297680"/>
          </a:xfrm>
          <a:prstGeom prst="roundRect">
            <a:avLst>
              <a:gd name="adj" fmla="val 4027"/>
            </a:avLst>
          </a:prstGeom>
          <a:solidFill>
            <a:srgbClr val="F5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7453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28816" y="2423160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97180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 on the income label.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244584" y="1463040"/>
            <a:ext cx="2724912" cy="4297680"/>
          </a:xfrm>
          <a:prstGeom prst="roundRect">
            <a:avLst>
              <a:gd name="adj" fmla="val 4027"/>
            </a:avLst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473184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73184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427464" y="2423160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evaluate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27464" y="297180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and Random Forest; compare accuracy, precision, recall, F1, ROC AUC.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Education is the strongest visible driver</a:t>
            </a:r>
            <a:endParaRPr lang="en-US" sz="2800" dirty="0"/>
          </a:p>
        </p:txBody>
      </p:sp>
      <p:pic>
        <p:nvPicPr>
          <p:cNvPr id="3" name="Image 0" descr="/home/claude/project/figures/fig1_education_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731520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06840" y="14630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5F7F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89720" y="1691640"/>
            <a:ext cx="2286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Prof-school / Doctorate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~75% earn &gt;$50K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No diploma
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&lt;8% earn &gt;$50K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Random Forest edges out Logistic Regression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463040"/>
          <a:ext cx="4754880" cy="1371600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home/claude/project/figures/fig4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063240"/>
            <a:ext cx="475488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7772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</a:rPr>
              <a:t>Education, age, hours worked, and relationship status are the dominant correlates of income in this dataset — and a Random Forest model captures them only slightly better than a simple Logistic Regression.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3E8"/>
                </a:solidFill>
              </a:rPr>
              <a:t>But strong accuracy isn't the whole picture: prior fairness research on this same dataset shows these models can reproduce historical gender and demographic bias, so results should inform, not dictate, real decisions.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2632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19659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86.5%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2743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2026-09-27T19:04:37Z</dcterms:created>
  <dcterms:modified xsi:type="dcterms:W3CDTF">2026-09-27T19:04:38Z</dcterms:modified>
</cp:coreProperties>
</file>